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00A3E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Train</c:v>
                  </c:pt>
                  <c:pt idx="1">
                    <c:v>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60000</c:v>
                </c:pt>
                <c:pt idx="1">
                  <c:v>10000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D2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74A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D2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https://commons.wikimedia.org/wiki/File:MNIST_dataset_example.png (MNIST sample image, CC BY-SA 4.0)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https://numpy.org/doc/2.1/reference/generated/numpy.dot.html (dot product behavior)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https://numpy.org/doc/stable/user/basics.broadcasting.html (broadcasting for vectorized gradients)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https://scikit-learn.org/stable/modules/generated/sklearn.datasets.fetch_openml.html (fetch_openml docs)
- https://www.openml.org/d/554 (mnist_784 dataset)
- https://en.wikipedia.org/wiki/MNIST_database (28×28; 60k/10k split)
- https://commons.wikimedia.org/wiki/File:MNIST_dataset_example.png (image, CC BY-SA 4.0)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https://en.wikipedia.org/wiki/MNIST_database (60k train / 10k test; 28×28)
- https://www.openml.org/d/554 (mnist_784)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nist_example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040880" y="2501338"/>
            <a:ext cx="5029200" cy="2495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40880" y="822960"/>
            <a:ext cx="5029200" cy="5852160"/>
          </a:xfrm>
          <a:prstGeom prst="rect">
            <a:avLst/>
          </a:prstGeom>
          <a:solidFill>
            <a:srgbClr val="0B1F3A">
              <a:alpha val="65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463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from Scratch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77240" y="2331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MLP in pure NumPy (no TensorFlow / PyTorch)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2880360"/>
            <a:ext cx="3182112" cy="292608"/>
          </a:xfrm>
          <a:prstGeom prst="round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2935224"/>
            <a:ext cx="2852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 / Layer / Network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" y="3218688"/>
            <a:ext cx="2084832" cy="292608"/>
          </a:xfrm>
          <a:prstGeom prst="roundRect">
            <a:avLst/>
          </a:prstGeom>
          <a:solidFill>
            <a:srgbClr val="7CFFB2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327355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+ SGD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557016"/>
            <a:ext cx="2304288" cy="292608"/>
          </a:xfrm>
          <a:prstGeom prst="round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3611880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via OpenML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886200"/>
            <a:ext cx="5943600" cy="210312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40690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included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0120" y="4434840"/>
            <a:ext cx="548640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+ Loss interfaces (ReLU, Sigmoid, Identity; Cross-Entropy, MSE)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Neuron-level gradients + weight decay (L2)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applied at network output (stable) with CE shortcut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menu: XOR demo, toy 3-class demo, and MNIST training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deck | Generated for a NumPy-only NN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&amp; constraints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5669280" cy="548640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530352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NumPy math (no deep learning frameworks)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components (Neuron, Layer, Network)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backprop implementation (forward cache + gradients)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demos and a simple training/eval loop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1005840"/>
            <a:ext cx="4965192" cy="548640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1234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4572000" cy="1249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Neuron-per-object is educational but slower on large datasets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must be applied across a vector (layer/network-level), not per neuron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demo defaults to subsampling for practicality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4251960"/>
            <a:ext cx="4553712" cy="210312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99832" y="4828032"/>
            <a:ext cx="1216152" cy="8001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99832" y="4828032"/>
            <a:ext cx="1216152" cy="40005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9832" y="4828032"/>
            <a:ext cx="1216152" cy="72009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9832" y="4828032"/>
            <a:ext cx="1216152" cy="104013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9832" y="5148072"/>
            <a:ext cx="1216152" cy="-24003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9832" y="5148072"/>
            <a:ext cx="1216152" cy="8001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99832" y="5148072"/>
            <a:ext cx="1216152" cy="40005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9832" y="5148072"/>
            <a:ext cx="1216152" cy="72009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9832" y="5468112"/>
            <a:ext cx="1216152" cy="-56007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9832" y="5468112"/>
            <a:ext cx="1216152" cy="-24003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99832" y="5468112"/>
            <a:ext cx="1216152" cy="8001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99832" y="5468112"/>
            <a:ext cx="1216152" cy="40005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99832" y="5788152"/>
            <a:ext cx="1216152" cy="-88011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9832" y="5788152"/>
            <a:ext cx="1216152" cy="-56007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9832" y="5788152"/>
            <a:ext cx="1216152" cy="-24003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99832" y="5788152"/>
            <a:ext cx="1216152" cy="8001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45168" y="4908042"/>
            <a:ext cx="1216152" cy="208026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45168" y="4908042"/>
            <a:ext cx="1216152" cy="592074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45168" y="4908042"/>
            <a:ext cx="1216152" cy="976122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45168" y="5228082"/>
            <a:ext cx="1216152" cy="-112014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45168" y="5228082"/>
            <a:ext cx="1216152" cy="272034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45168" y="5228082"/>
            <a:ext cx="1216152" cy="656082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45168" y="5548122"/>
            <a:ext cx="1216152" cy="-432054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45168" y="5548122"/>
            <a:ext cx="1216152" cy="-48006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45168" y="5548122"/>
            <a:ext cx="1216152" cy="336042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45168" y="5868162"/>
            <a:ext cx="1216152" cy="-752094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45168" y="5868162"/>
            <a:ext cx="1216152" cy="-368046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45168" y="5868162"/>
            <a:ext cx="1216152" cy="16002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70648" y="4663440"/>
            <a:ext cx="329184" cy="329184"/>
          </a:xfrm>
          <a:prstGeom prst="ellipse">
            <a:avLst/>
          </a:prstGeom>
          <a:solidFill>
            <a:srgbClr val="173B63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70648" y="4983480"/>
            <a:ext cx="329184" cy="329184"/>
          </a:xfrm>
          <a:prstGeom prst="ellipse">
            <a:avLst/>
          </a:prstGeom>
          <a:solidFill>
            <a:srgbClr val="173B63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70648" y="5303520"/>
            <a:ext cx="329184" cy="329184"/>
          </a:xfrm>
          <a:prstGeom prst="ellipse">
            <a:avLst/>
          </a:prstGeom>
          <a:solidFill>
            <a:srgbClr val="173B63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70648" y="5623560"/>
            <a:ext cx="329184" cy="329184"/>
          </a:xfrm>
          <a:prstGeom prst="ellipse">
            <a:avLst/>
          </a:prstGeom>
          <a:solidFill>
            <a:srgbClr val="173B63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15984" y="4743450"/>
            <a:ext cx="329184" cy="329184"/>
          </a:xfrm>
          <a:prstGeom prst="ellipse">
            <a:avLst/>
          </a:prstGeom>
          <a:solidFill>
            <a:srgbClr val="143254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15984" y="5063490"/>
            <a:ext cx="329184" cy="329184"/>
          </a:xfrm>
          <a:prstGeom prst="ellipse">
            <a:avLst/>
          </a:prstGeom>
          <a:solidFill>
            <a:srgbClr val="143254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15984" y="5383530"/>
            <a:ext cx="329184" cy="329184"/>
          </a:xfrm>
          <a:prstGeom prst="ellipse">
            <a:avLst/>
          </a:prstGeom>
          <a:solidFill>
            <a:srgbClr val="143254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15984" y="5703570"/>
            <a:ext cx="329184" cy="329184"/>
          </a:xfrm>
          <a:prstGeom prst="ellipse">
            <a:avLst/>
          </a:prstGeom>
          <a:solidFill>
            <a:srgbClr val="143254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61320" y="4951476"/>
            <a:ext cx="329184" cy="329184"/>
          </a:xfrm>
          <a:prstGeom prst="ellipse">
            <a:avLst/>
          </a:prstGeom>
          <a:solidFill>
            <a:srgbClr val="14273F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61320" y="5335524"/>
            <a:ext cx="329184" cy="329184"/>
          </a:xfrm>
          <a:prstGeom prst="ellipse">
            <a:avLst/>
          </a:prstGeom>
          <a:solidFill>
            <a:srgbClr val="14273F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61320" y="5719572"/>
            <a:ext cx="329184" cy="329184"/>
          </a:xfrm>
          <a:prstGeom prst="ellipse">
            <a:avLst/>
          </a:prstGeom>
          <a:solidFill>
            <a:srgbClr val="14273F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6007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31936" y="60076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222992" y="60076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86600" y="43708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(dense) flow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foundational MLP + training pipeline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(OOP)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classes and responsibilities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566160" cy="178308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17320"/>
            <a:ext cx="3566160" cy="365760"/>
          </a:xfrm>
          <a:prstGeom prst="rect">
            <a:avLst/>
          </a:prstGeom>
          <a:solidFill>
            <a:srgbClr val="00A3E0">
              <a:alpha val="90000"/>
            </a:srgbClr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90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forward(z) -&gt;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backward(z, dL/da) -&gt; dL/dz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3566160" cy="178308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611880"/>
            <a:ext cx="3566160" cy="365760"/>
          </a:xfrm>
          <a:prstGeom prst="rect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85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14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forward(ŷ, y) -&gt; scalar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backward(ŷ, y) -&gt; dL/dŷ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417320"/>
            <a:ext cx="3566160" cy="224028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417320"/>
            <a:ext cx="3566160" cy="365760"/>
          </a:xfrm>
          <a:prstGeom prst="rect">
            <a:avLst/>
          </a:prstGeom>
          <a:solidFill>
            <a:srgbClr val="7CFFB2">
              <a:alpha val="90000"/>
            </a:srgbClr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90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19202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w, bias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 (x, z, 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dw,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L2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4160520"/>
            <a:ext cx="3566160" cy="201168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4160520"/>
            <a:ext cx="3566160" cy="365760"/>
          </a:xfrm>
          <a:prstGeom prst="rect">
            <a:avLst/>
          </a:prstGeom>
          <a:solidFill>
            <a:srgbClr val="00A3E0">
              <a:alpha val="90000"/>
            </a:srgbClr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233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4663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list[Neuron]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stack outputs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backward: sum grads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2331720"/>
            <a:ext cx="3566160" cy="201168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2331720"/>
            <a:ext cx="3566160" cy="365760"/>
          </a:xfrm>
          <a:prstGeom prst="rect">
            <a:avLst/>
          </a:prstGeom>
          <a:solidFill>
            <a:srgbClr val="00A3E0">
              <a:alpha val="90000"/>
            </a:srgbClr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404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NeuralNetwork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6760" y="28346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list[Layer]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softmax (optional)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/ predict / evaluate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testable in isolation: activation, loss, neuron, layer, end-to-end 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per neuron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x · w + b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activation(z)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5852160" cy="429768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331720"/>
            <a:ext cx="5486400" cy="3931920"/>
          </a:xfrm>
          <a:prstGeom prst="roundRect">
            <a:avLst/>
          </a:prstGeom>
          <a:solidFill>
            <a:srgbClr val="0A1526"/>
          </a:solidFill>
          <a:ln w="12700">
            <a:solidFill>
              <a:srgbClr val="2A4B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cache + stacking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834640"/>
            <a:ext cx="5120640" cy="0"/>
          </a:xfrm>
          <a:prstGeom prst="line">
            <a:avLst/>
          </a:prstGeom>
          <a:noFill/>
          <a:ln w="12700">
            <a:solidFill>
              <a:srgbClr val="22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953512"/>
            <a:ext cx="5029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Neuron: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 = x @ self.w + self.b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self.activation.forward(z)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self.cache = (x, z, 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Layer: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outs = [n.forward(x) for n in self.neurons]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stack(outs, axis=1)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051560"/>
            <a:ext cx="4572000" cy="539496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1234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caching matters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78040" y="16916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needs the exact z and input x used during forward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enables local gradient computation (dw, db, dL/dx)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output is a matrix: (batch, out_dim)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is fully batch-aware: x is (batch, in_dim), each neuron outputs (batch,)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&amp; parameter updates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gradients (per neuron)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dL/dw = Xᵀ · dL/dz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dL/db = Σ dL/dz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C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dL/dx = (dL/dz) ⊙ 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6126480" cy="4069080"/>
          </a:xfrm>
          <a:prstGeom prst="roundRect">
            <a:avLst/>
          </a:prstGeom>
          <a:solidFill>
            <a:srgbClr val="0A1526"/>
          </a:solidFill>
          <a:ln w="12700">
            <a:solidFill>
              <a:srgbClr val="2A4B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9631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Neuron.backward + SGD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5760720" cy="0"/>
          </a:xfrm>
          <a:prstGeom prst="line">
            <a:avLst/>
          </a:prstGeom>
          <a:noFill/>
          <a:ln w="12700">
            <a:solidFill>
              <a:srgbClr val="22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53512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backward(self, dL_da):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x, z = self.cache.x, self.cache.z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dL_dz = activation.backward(z, dL_da)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self.dw = x.T @ dL_dz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self.db = sum(dL_dz)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dL_dx = dL_dz[:, None] * self.w[None, :]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dL_dx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step(self, lr, batch_size, weight_decay=0.0):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self.w -= lr * (self.dw/batch_size + weight_decay*self.w)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self.b -= lr * (self.db/batch_size)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86600" y="1051560"/>
            <a:ext cx="4434840" cy="534924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+ Cross-Entropy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60920" y="16916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softmax at network output (vector-level)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shortcut gradient: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60920" y="22402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dL/dlogits = (probs − y) / 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60920" y="2697480"/>
            <a:ext cx="406908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explicit softmax Jacobian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last layer to output logits (Identity activation)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softmax uses max-shift for numerical stability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 uses per-batch averaging and optional L2 weight decay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 and losses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building blocks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669280" cy="228600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057400"/>
            <a:ext cx="5120640" cy="45720"/>
          </a:xfrm>
          <a:prstGeom prst="rect">
            <a:avLst/>
          </a:prstGeom>
          <a:solidFill>
            <a:srgbClr val="7CFFB2"/>
          </a:solidFill>
          <a:ln w="12700">
            <a:solidFill>
              <a:srgbClr val="7CF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671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max(0, z)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default for hidden layers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Derivative: 1(z&gt;0)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1417320"/>
            <a:ext cx="5010912" cy="228600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1645920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12280" y="2057400"/>
            <a:ext cx="4462272" cy="45720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167128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 / (1 + exp(-z))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2514600"/>
            <a:ext cx="44622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XOR output (binary)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Derivative: a(1-a)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5669280" cy="256032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114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4526280"/>
            <a:ext cx="512064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6360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-mean Σ y log(p)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98348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network-level softmax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gradient: (p-y)/N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3886200"/>
            <a:ext cx="5010912" cy="256032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4114800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12280" y="4526280"/>
            <a:ext cx="4462272" cy="4572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636008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mean (ŷ - y)²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4983480"/>
            <a:ext cx="4462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regression-style loss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XOR demo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keep Softmax at output to respect vector normalization across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 pipeline (Option A: OpenML)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pic>
        <p:nvPicPr>
          <p:cNvPr id="5" name="Image 0" descr="/mnt/data/mnist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985" y="1051560"/>
            <a:ext cx="516003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611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(digits 0–9)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grayscale images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split: 60,000 train / 10,000 test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1051560"/>
            <a:ext cx="5074920" cy="534924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+ preprocessing steps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29400" y="169164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via sklearn.datasets.fetch_openml('mnist_784', version=1)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pixels to [0, 1] by dividing by 255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to 784 features (28×28)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labels to (batch, 10)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subsampling for runtime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37960" y="4206240"/>
            <a:ext cx="4892040" cy="2057400"/>
          </a:xfrm>
          <a:prstGeom prst="roundRect">
            <a:avLst/>
          </a:prstGeom>
          <a:solidFill>
            <a:srgbClr val="0A1526"/>
          </a:solidFill>
          <a:ln w="12700">
            <a:solidFill>
              <a:srgbClr val="2A4B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437083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excerpt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20840" y="4709160"/>
            <a:ext cx="4526280" cy="0"/>
          </a:xfrm>
          <a:prstGeom prst="line">
            <a:avLst/>
          </a:prstGeom>
          <a:noFill/>
          <a:ln w="12700">
            <a:solidFill>
              <a:srgbClr val="223A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4828032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mnist = fetch_openml("mnist_784", version=1)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mnist["data"].astype(float32) / 255.0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mnist["target"].astype(int64)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y_train = X[:60000], y[:60000]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X_test,  y_test  = X[60000:], y[60000:]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y_train_oh = one_hot(y_train, 10)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demo runs as a standard MLP classifier: logits + softmax + cross-entropy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loop, evaluation, and CLI menu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51560"/>
            <a:ext cx="5715000" cy="534924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fit(): mini-batch SGD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indices each epoch (optional)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forward pass → loss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gradients → update w, b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gradients by batch size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L2 weight decay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703320"/>
            <a:ext cx="5532120" cy="2606040"/>
          </a:xfrm>
          <a:prstGeom prst="roundRect">
            <a:avLst/>
          </a:prstGeom>
          <a:solidFill>
            <a:srgbClr val="0A1526"/>
          </a:solidFill>
          <a:ln w="12700">
            <a:solidFill>
              <a:srgbClr val="2A4B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86791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(conceptual)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4206240"/>
            <a:ext cx="5166360" cy="0"/>
          </a:xfrm>
          <a:prstGeom prst="line">
            <a:avLst/>
          </a:prstGeom>
          <a:noFill/>
          <a:ln w="12700">
            <a:solidFill>
              <a:srgbClr val="22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325112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start in range(0, n, batch_size):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xb = Xs[start:end]; yb = ys[start:end]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y_pred = forward(xb)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= CE(y_pred, yb)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backward(y_pred, yb)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step(lr, batch_size)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1051560"/>
            <a:ext cx="4892040" cy="292608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234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evaluate(): shape-safe accuracy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03720" y="1691640"/>
            <a:ext cx="457200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labels to match each prediction batch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correct / total across batches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dataset size and batch size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29400" y="4160520"/>
            <a:ext cx="4892040" cy="224028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4343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menu (run-time)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4663440"/>
            <a:ext cx="457200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XOR demo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Toy 3-class softmax demo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MNIST training (OpenML)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flow makes it easy to validate correctness before scaling up to MNIST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MNIST: dataset scale and model setup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scale (standard split)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41732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12280" y="1051560"/>
            <a:ext cx="4663440" cy="534924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 used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086600" y="1691640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784 (flattened 28×28)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Hidden: 128 → 64 (ReLU)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10 logits (Identity)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at output; CE loss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+ epochs configurable via prompts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8006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note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5138928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neuron-per-object design is intentionally educational. For faster MNIST training, a matrix-based Dense layer (W, b) is a natural next refactor.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6294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shows canonical train/test counts; runtime can be reduced via subsampling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B4E"/>
          </a:solidFill>
          <a:ln w="12700">
            <a:solidFill>
              <a:srgbClr val="0F2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extensions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2700">
            <a:solidFill>
              <a:srgbClr val="2A4B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take this project next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715000" cy="466344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ergonomics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Matrix-based Dense layers (W ∈ R^{in×out}) for speed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+ learning-rate schedules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/ BatchNorm for regularization &amp; stability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weights (np.savez) and reproducible configs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29400" y="1417320"/>
            <a:ext cx="4892040" cy="4663440"/>
          </a:xfrm>
          <a:prstGeom prst="round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4B73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03720" y="1600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&amp; testing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03720" y="205740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checking (finite differences) on small nets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assertions + clearer runtime error messages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per class (Activation, Loss, Neuron, Layer)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harness (time/accuracy across settings)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263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Deliverable-ready portfolio items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47395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Codebase (single file) • Demo CLI • MNIST training results screenshots • This architecture deck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2026-01-14T17:36:45Z</dcterms:created>
  <dcterms:modified xsi:type="dcterms:W3CDTF">2026-01-14T17:36:45Z</dcterms:modified>
</cp:coreProperties>
</file>